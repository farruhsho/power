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50292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RAQOBAT USTUNLIGI</a:t>
            </a:r>
          </a:p>
          <a:p>
            <a:pPr algn="ctr">
              <a:defRPr sz="5600" b="1">
                <a:solidFill>
                  <a:srgbClr val="FFFFFF"/>
                </a:solidFill>
              </a:defRPr>
            </a:pPr>
            <a:r>
              <a:t>NAZARIYASI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6E6E6"/>
                </a:solidFill>
              </a:defRPr>
            </a:pPr>
            <a:r>
              <a:t>Biznes strategiyasi va muvaffaqiyat yo'llari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0292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Raqobat ustunligi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Kompaniyaning raqobatchilaridan ajralib turish qobiliyati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Bozorda yetakchi o'rinni egallash imkoniyati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Mijozlar uchun noyob qiymat yaratish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Uzoq muddatli muvaffaqiyat ta'minlash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86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E44AD"/>
                </a:solidFill>
              </a:defRPr>
            </a:pPr>
            <a:r>
              <a:t>Raqobat ustunligining ahamiyati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Bozor ulushini oshirish va o'sish imkoniyati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Yuqori daromad va rentabellikka erishish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Brendning kuchli pozitsiyasini yaratish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Barqaror biznes modelini rivojlantirish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86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6400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2C3E50"/>
                </a:solidFill>
              </a:defRPr>
            </a:pPr>
            <a:r>
              <a:t>"Raqobat strategiyasi - bu boshqacha bo'lish demakdir"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34495E"/>
                </a:solidFill>
              </a:defRPr>
            </a:pPr>
            <a:r>
              <a:t>— Michael Porter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Porter'ning 3 ta asosiy strategiyasi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Xarajatlarni kamaytirish (Cost Leadership)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Eng past narxda mahsulot taklif etish orqali ustunlik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7315200" cy="11887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Differensiatsiya (Differentiation)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Noyob va o'ziga xos mahsulotlar yaratish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7315200" cy="1188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70916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Fokuslanish (Focus Strategy)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2064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Ma'lum bir segmentga yo'naltirilgan xizmat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Xarajatlarni kamaytirish strategiyasi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86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498DB"/>
                </a:solidFill>
              </a:defRPr>
            </a:pPr>
            <a:r>
              <a:t>AFZALLIKLAR 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Katta bozor ulushi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Narx bo'yicha raqobat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Yuqori hajmda sotish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Samaradorlik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645920"/>
            <a:ext cx="3886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828800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498DB"/>
                </a:solidFill>
              </a:defRPr>
            </a:pPr>
            <a:r>
              <a:t>KAMCHILIKLAR 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46888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Sifat xavfi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Brand imijining sustligi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Innovatsiya cheklanishi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Nozik foyda marjasi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Differensiatsiya strategiyasi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86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9B59B6"/>
                </a:solidFill>
              </a:defRPr>
            </a:pPr>
            <a:r>
              <a:t>AFZALLIKLAR 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Premium narx qo'yish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Kuchli brend loyalligi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Noyob pozitsiya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Yuqori foyda marjasi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645920"/>
            <a:ext cx="3886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828800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9B59B6"/>
                </a:solidFill>
              </a:defRPr>
            </a:pPr>
            <a:r>
              <a:t>KAMCHILIKLAR 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46888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Yuqori xarajatlar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Imitatsiya xavfi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Cheklangan bozor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Talabga bog'liqlik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Porter'ning 5 kuch modeli</a:t>
            </a:r>
          </a:p>
        </p:txBody>
      </p:sp>
      <p:sp>
        <p:nvSpPr>
          <p:cNvPr id="4" name="Oval 3"/>
          <p:cNvSpPr/>
          <p:nvPr/>
        </p:nvSpPr>
        <p:spPr>
          <a:xfrm>
            <a:off x="3200400" y="2743200"/>
            <a:ext cx="2743200" cy="27432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980B9"/>
                </a:solidFill>
              </a:defRPr>
            </a:pPr>
            <a:r>
              <a:t>KOMPANIYA</a:t>
            </a:r>
          </a:p>
          <a:p>
            <a:r>
              <a:t>va</a:t>
            </a:r>
          </a:p>
          <a:p>
            <a:r>
              <a:t>RAQOBAT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011680" cy="64008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Raqobatchilar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286000"/>
            <a:ext cx="2011680" cy="64008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Yangi kirishlar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2011680" cy="64008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Yetkazuvchilar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572000"/>
            <a:ext cx="2011680" cy="64008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Xaridorlar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</a:defRPr>
            </a:pPr>
            <a:r>
              <a:t>Raqobat ustunligining manbalari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🔬 Innovatsiya va texnologiya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👥 Malakali xodimlar va korporativ madaniyat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💰 Moliyaviy resurslar va investitsiyalar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🏭 Samarali ishlab chiqarish jarayonlari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6235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📊 Ma'lumotlar va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495E"/>
                </a:solidFill>
              </a:defRPr>
            </a:pPr>
            <a:r>
              <a:t>Brend - kuchli raqobat vositasi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Mijozlar ishonchi va sodiqligini ta'minlash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Premium narxlarni qo'llash imkoniyati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Bozorda taniqlik va obro'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Raqobatchilardan ajralib turish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86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6400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2C3E50"/>
                </a:solidFill>
              </a:defRPr>
            </a:pPr>
            <a:r>
              <a:t>"Innovatsiya raqobat ustunligining kalitidir"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34495E"/>
                </a:solidFill>
              </a:defRPr>
            </a:pPr>
            <a:r>
              <a:t>— Biznes ekspertlari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Innovatsiya turlari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86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MAHSULOT INNOVATSIYASI 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Yangi mahsulotlar yaratish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Mavjudlarni yaxshilash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Dizayn innovatsiyalari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Texnologik yangiliklar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645920"/>
            <a:ext cx="3886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828800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JARAYON INNOVATSIYASI 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46888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Ishlab chiqarishni optimallashtirish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Xarajatlarni kamaytirish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Sifatni oshirish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Vaqtni tejash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E44AD"/>
                </a:solidFill>
              </a:defRPr>
            </a:pPr>
            <a:r>
              <a:t>Mijozlarga yo'naltirilgan strategiya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Mijozlar ehtiyojlarini chuqur tushunish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Shaxsiy yondashuv va individual xizmat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Mijozlar tajribasini yaxshilash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Doimiy aloqa va feedback olish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6235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Mijozlar sodiqligini rivojlantirish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486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❤️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Raqamli transformatsiya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💻 Zamonaviy texnologiyalardan foydalanish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☁️ Cloud xizmatlari va saqlash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🤖 Sun'iy intellekt va avtomatlashtirish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📱 Mobil ilovalar va platformalar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6235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🔐 Kiberxavfsizlik va ma'lumotlar himoyasi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Sifat - asosiy ustunlik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Mahsulot sifati 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Yuqori standartlar va nazorat tizimi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7315200" cy="11887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Xizmat sifati 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Professional va samimiy mijozlar xizmati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7315200" cy="1188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70916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Jarayon sifati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2064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ISO standartlari va sertifikatsiyalar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</a:defRPr>
            </a:pPr>
            <a:r>
              <a:t>Muvaffaqiyatli kompaniyalar misollari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🍎 Apple - innovatsiya va premium brend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📦 Amazon - mijozlar tajribasi va logistika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☕ Starbucks - brend va xizmat sifati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🚗 Toyota - sifat va samaradorlik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6235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✈️ Turkish Airlines - xizmat va geografiya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E44AD"/>
                </a:solidFill>
              </a:defRPr>
            </a:pPr>
            <a:r>
              <a:t>Barqaror raqobat ustunligi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Uzoq muddatli strategik rejalashtirish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Doimiy o'rganish va rivojlanish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Tashkiliy madaniyatni mustahkamlash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Innovatsiyaga doimiy investitsiya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6235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Bozor o'zgarishlariga moslashuvchanlik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486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♻️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Qiyinchiliklar va xavflar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86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ICHKI QIYINCHILIKLAR 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Resurslar cheklanganligi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Tashkiliy qarshilik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Malakali kadrlar yetishmasligi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Moliyaviy cheklovlar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645920"/>
            <a:ext cx="3886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828800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TASHQI XAVFLAR 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468880"/>
            <a:ext cx="3337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Qattiq raqobat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Bozor o'zgarishlari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Texnologik yangiliklar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Iqtisodiy inqirozlar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Muvaffaqiyat uchun asosiy omillar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💡 Aniq strategiya va viziya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👥 Kuchli jamoa va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🎯 Mijozlarga diqqat va e'tibor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7091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🔄 Tezkor moslashuv va innovatsiya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6235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• 📊 Ma'lumotlarga asoslangan qarorlar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0" y="182880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Raqobat ustunligini yaratish va saqlash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uzluksiz jarayon bo'lib, strategik yondashuv,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innovatsiya va mijozlarga yo'naltirilgan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faoliyatni talab qiladi.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