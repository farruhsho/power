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Microsoft Word bilan tanishing!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ECF0F1"/>
                </a:solidFill>
              </a:defRPr>
            </a:pPr>
            <a:r>
              <a:t>Interaktiv o'quv prezentatsiyasi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980B9"/>
                </a:solidFill>
              </a:defRPr>
            </a:pPr>
            <a:r>
              <a:t>Microsoft Word nima?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731520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000">
                <a:solidFill>
                  <a:srgbClr val="2C3E50"/>
                </a:solidFill>
              </a:defRPr>
            </a:pPr>
            <a:r>
              <a:t>📝 Microsoft Word - bu matn muharriri dasturi</a:t>
            </a:r>
            <a:br/>
            <a:br/>
            <a:r>
              <a:t>✨ Nimalar qilish mumkin:</a:t>
            </a:r>
            <a:br/>
            <a:r>
              <a:t>• Hujjatlar yaratish va tahrirlash</a:t>
            </a:r>
            <a:br/>
            <a:r>
              <a:t>• Matnni formatlash va bezash</a:t>
            </a:r>
            <a:br/>
            <a:r>
              <a:t>• Rasmlar va jadvallar qo'shish</a:t>
            </a:r>
            <a:br/>
            <a:r>
              <a:t>• Professional hujjatlar tayyorlash</a:t>
            </a:r>
            <a:br/>
            <a:r>
              <a:t>• PDF formatda saqlash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1828800"/>
            <a:ext cx="1828800" cy="1828800"/>
          </a:xfrm>
          <a:prstGeom prst="ellipse">
            <a:avLst/>
          </a:prstGeom>
          <a:solidFill>
            <a:srgbClr val="F1C40F"/>
          </a:solidFill>
          <a:ln w="635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1280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👨‍🏫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Ustoz Aziz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371600"/>
            <a:ext cx="5029200" cy="36576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4495E"/>
                </a:solidFill>
              </a:defRPr>
            </a:pPr>
            <a:r>
              <a:t>Salom! Men sizga Microsoft Word dasturini o'rgataman!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3474720"/>
            <a:ext cx="4114800" cy="118872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365760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💡 Maslahat:</a:t>
            </a:r>
          </a:p>
          <a:p>
            <a:r>
              <a:t>Diqqat bilan kuzating va savollarni javoblang!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Word ning asosiy imkoniyatlari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400800" cy="7315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92024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📄 Matn yozish va tahrirlash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43200"/>
            <a:ext cx="6400800" cy="7315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83464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🎨 Shrift va ranglarni o'zgartirish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657600"/>
            <a:ext cx="6400800" cy="7315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749039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📊 Jadvallar yaratish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572000"/>
            <a:ext cx="6400800" cy="7315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466344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🖼️ Rasmlar qo'shish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457200"/>
            <a:ext cx="7315200" cy="9144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6400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🎮 Test Savoli #1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315200" cy="109728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4495E"/>
                </a:solidFill>
              </a:defRPr>
            </a:pPr>
            <a:r>
              <a:t>Microsoft Word qanday dastur?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200400"/>
            <a:ext cx="640080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2918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A) O'yin dasturi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023360"/>
            <a:ext cx="6400800" cy="6400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114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B) Matn muharriri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846320"/>
            <a:ext cx="640080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9377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C) Rasmlar uchun dastur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5669280"/>
            <a:ext cx="6400800" cy="64008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5760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D) Musiqa dasturi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59436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✓ 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1828800"/>
            <a:ext cx="1828800" cy="1828800"/>
          </a:xfrm>
          <a:prstGeom prst="ellipse">
            <a:avLst/>
          </a:prstGeom>
          <a:solidFill>
            <a:srgbClr val="F1C40F"/>
          </a:solidFill>
          <a:ln w="635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1280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👨‍🏫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Ustoz Aziz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371600"/>
            <a:ext cx="5029200" cy="36576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4495E"/>
                </a:solidFill>
              </a:defRPr>
            </a:pPr>
            <a:r>
              <a:t>Juda yaxshi!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3474720"/>
            <a:ext cx="4114800" cy="118872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365760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💡 Maslahat:</a:t>
            </a:r>
          </a:p>
          <a:p>
            <a:r>
              <a:t>Word da Ctrl+S tugmasi hujjatni saqlaydi!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74C3C"/>
                </a:solidFill>
              </a:defRPr>
            </a:pPr>
            <a:r>
              <a:t>Matnni formatlash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400800" cy="7315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92024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📝 Bold, Italic, Underline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43200"/>
            <a:ext cx="6400800" cy="7315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83464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🎯 Matnni markazlash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657600"/>
            <a:ext cx="6400800" cy="7315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749039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📏 Satr oralig'ini sozlash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572000"/>
            <a:ext cx="6400800" cy="7315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466344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🔤 Shrift o'lchamini o'zgartirish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457200"/>
            <a:ext cx="7315200" cy="9144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6400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🎮 Test Savoli #2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315200" cy="109728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4495E"/>
                </a:solidFill>
              </a:defRPr>
            </a:pPr>
            <a:r>
              <a:t>Hujjatni saqlash uchun qaysi tugmalar birikmasidan foydalanamiz?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200400"/>
            <a:ext cx="640080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2918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A) Ctrl+C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023360"/>
            <a:ext cx="6400800" cy="6400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114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B) Ctrl+V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846320"/>
            <a:ext cx="640080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9377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C) Ctrl+S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5669280"/>
            <a:ext cx="6400800" cy="64008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5760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D) Ctrl+Z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59436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✓ 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8E44AD"/>
                </a:solidFill>
              </a:defRPr>
            </a:pPr>
            <a:r>
              <a:t>Qo'shimcha imkoniyatlar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400800" cy="7315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92024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📋 Nusxa olish (Copy) - Ctrl+C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43200"/>
            <a:ext cx="6400800" cy="7315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83464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📌 Qo'yish (Paste) - Ctrl+V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657600"/>
            <a:ext cx="6400800" cy="7315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749039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↩️ Qaytarish (Undo) - Ctrl+Z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572000"/>
            <a:ext cx="6400800" cy="7315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466344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🔍 Qidirish - Ctrl+F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457200"/>
            <a:ext cx="7315200" cy="9144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6400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🎮 Test Savoli #3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315200" cy="109728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4495E"/>
                </a:solidFill>
              </a:defRPr>
            </a:pPr>
            <a:r>
              <a:t>Matnni nusxa olish uchun qaysi buyruqdan foydalanamiz?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200400"/>
            <a:ext cx="640080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2918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A) Ctrl+X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023360"/>
            <a:ext cx="6400800" cy="6400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114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B) Ctrl+C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846320"/>
            <a:ext cx="640080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9377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C) Ctrl+P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5669280"/>
            <a:ext cx="6400800" cy="64008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5760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D) Ctrl+O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59436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✓ 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1828800"/>
            <a:ext cx="1828800" cy="1828800"/>
          </a:xfrm>
          <a:prstGeom prst="ellipse">
            <a:avLst/>
          </a:prstGeom>
          <a:solidFill>
            <a:srgbClr val="F1C40F"/>
          </a:solidFill>
          <a:ln w="635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1280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👨‍🏫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Ustoz Aziz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371600"/>
            <a:ext cx="5029200" cy="36576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4495E"/>
                </a:solidFill>
              </a:defRPr>
            </a:pPr>
            <a:r>
              <a:t>Ajoyib natija!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3474720"/>
            <a:ext cx="4114800" cy="118872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365760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💡 Maslahat:</a:t>
            </a:r>
          </a:p>
          <a:p>
            <a:r>
              <a:t>Har doim o'z ishingizni saqlab turing. Ctrl+S - eng muhim buyruq!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BC9C"/>
                </a:solidFill>
              </a:defRPr>
            </a:pPr>
            <a:r>
              <a:t>Jadval va rasmlar bilan ishlash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400800" cy="7315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92024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📊 Insert &gt; Table - jadval qo'shish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43200"/>
            <a:ext cx="6400800" cy="7315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83464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🖼️ Insert &gt; Picture - rasm qo'shish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657600"/>
            <a:ext cx="6400800" cy="7315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749039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📐 Jadval o'lchamini o'zgartirish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572000"/>
            <a:ext cx="6400800" cy="7315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466344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🎨 Rasmlarni bezash va joylash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457200"/>
            <a:ext cx="7315200" cy="9144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6400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🎮 Test Savoli #4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315200" cy="109728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4495E"/>
                </a:solidFill>
              </a:defRPr>
            </a:pPr>
            <a:r>
              <a:t>Word da rasm qo'shish uchun qaysi menyudan foydalanamiz?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200400"/>
            <a:ext cx="640080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2918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A) 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023360"/>
            <a:ext cx="6400800" cy="6400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114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B) Edit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846320"/>
            <a:ext cx="640080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9377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C) Insert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5669280"/>
            <a:ext cx="6400800" cy="64008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5760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D)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59436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✓ 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1828800"/>
            <a:ext cx="1828800" cy="1828800"/>
          </a:xfrm>
          <a:prstGeom prst="ellipse">
            <a:avLst/>
          </a:prstGeom>
          <a:solidFill>
            <a:srgbClr val="F1C40F"/>
          </a:solidFill>
          <a:ln w="635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1280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👨‍🏫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Ustoz Aziz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371600"/>
            <a:ext cx="5029200" cy="36576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4495E"/>
                </a:solidFill>
              </a:defRPr>
            </a:pPr>
            <a:r>
              <a:t>Siz barcha testlarni muvaffaqiyatli bajardingiz! 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3474720"/>
            <a:ext cx="4114800" cy="118872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365760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💡 Maslahat:</a:t>
            </a:r>
          </a:p>
          <a:p>
            <a:r>
              <a:t>Word dasturini har kuni mashq qiling va professional bo'ling!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6400800" cy="2743200"/>
          </a:xfrm>
          <a:prstGeom prst="roundRect">
            <a:avLst/>
          </a:prstGeom>
          <a:solidFill>
            <a:srgbClr val="FFFFFF"/>
          </a:solidFill>
          <a:ln w="635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0" y="2103120"/>
            <a:ext cx="1463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t>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7AE60"/>
                </a:solidFill>
              </a:defRPr>
            </a:pPr>
            <a:r>
              <a:t>Tabriklaymiz!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4495E"/>
                </a:solidFill>
              </a:defRPr>
            </a:pPr>
            <a:r>
              <a:t>Siz Microsoft Word haqida ko'p narsalarni o'rgandingiz!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